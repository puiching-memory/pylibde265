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AB800"/>
    <a:srgbClr val="FFFFFF"/>
    <a:srgbClr val="75BA1A"/>
    <a:srgbClr val="DE6711"/>
    <a:srgbClr val="FED956"/>
    <a:srgbClr val="35A599"/>
    <a:srgbClr val="E76E15"/>
    <a:srgbClr val="2D9C90"/>
    <a:srgbClr val="FFCD3C"/>
    <a:srgbClr val="3775A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284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0389103-6C6C-2E7A-2D7C-236625E296A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BA8E5D9B-621A-F174-EB05-0B88A829E57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D75BB77-5807-2B9F-D2B9-F3B9406E4D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7814E-3E9A-47B4-9E4E-42708E62D384}" type="datetimeFigureOut">
              <a:rPr lang="zh-CN" altLang="en-US" smtClean="0"/>
              <a:t>2024/6/15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9DB4162-7181-BDD9-8890-7028E34713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08B8911-0CAF-E4F3-1EA8-1811651011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164FCB-E72A-4CB7-8C91-34AC3463A16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713910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0B4B90D-9695-1EB3-C548-34B07AD4C1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41CA91C-68EF-04F4-6DC9-554B5AD61D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8B191EE-D984-9486-BAD2-99912DBA31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7814E-3E9A-47B4-9E4E-42708E62D384}" type="datetimeFigureOut">
              <a:rPr lang="zh-CN" altLang="en-US" smtClean="0"/>
              <a:t>2024/6/15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D6F1638-EBED-3945-5F25-9C41060884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DC28B71-E591-5D0F-9C9D-50BF3FDE7D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164FCB-E72A-4CB7-8C91-34AC3463A16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358204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8C98238-729E-82D2-1EE7-CE79FF5CD3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CB2E4D9-1E58-44C4-1DCD-6D3229CB7C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8F4A762-4F57-12CB-9153-6A6D4A34F0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7814E-3E9A-47B4-9E4E-42708E62D384}" type="datetimeFigureOut">
              <a:rPr lang="zh-CN" altLang="en-US" smtClean="0"/>
              <a:t>2024/6/15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98728F3-59DF-29D7-E48A-9ABB334ED3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53027A5-0212-EDF7-7627-20B36DF460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164FCB-E72A-4CB7-8C91-34AC3463A16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877055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281990A-90D9-7AC5-0E3C-2034696E5B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D407608-2197-3DC3-EC31-3D5DF31A639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18C5524-3ECE-A14B-37AB-683940FECD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F6A94E5-18E1-310E-C54F-B7FB571482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7814E-3E9A-47B4-9E4E-42708E62D384}" type="datetimeFigureOut">
              <a:rPr lang="zh-CN" altLang="en-US" smtClean="0"/>
              <a:t>2024/6/15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873F6F6-6B53-5A0B-DC8C-1466173F8E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28762B5-2C00-6650-4709-D2A105DEDB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164FCB-E72A-4CB7-8C91-34AC3463A16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223090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87392A5-2482-4E75-E599-C6D8272C9F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EDD4F40-83F1-646F-B30E-F615228974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F69CD0E-102D-2F76-7233-B8CB3D19A4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E21C1061-5333-FFD1-92F7-82C24CA38EB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55E595A8-166B-7B5C-2EBB-89DEF01E4A6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CDB2D71F-7051-B467-8916-F86C0DB509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7814E-3E9A-47B4-9E4E-42708E62D384}" type="datetimeFigureOut">
              <a:rPr lang="zh-CN" altLang="en-US" smtClean="0"/>
              <a:t>2024/6/15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9C7E8C99-7DF2-BA51-3702-1E11FA1BB4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EBE919BA-E602-7F0F-4233-E723393CC0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164FCB-E72A-4CB7-8C91-34AC3463A16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612283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C809C3C-4CF4-1C25-853E-2098876EE9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8E9BAE8C-EA78-09DB-F33B-CB2647598E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7814E-3E9A-47B4-9E4E-42708E62D384}" type="datetimeFigureOut">
              <a:rPr lang="zh-CN" altLang="en-US" smtClean="0"/>
              <a:t>2024/6/15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184615AD-C7FA-421D-4150-B746CBBCBB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F625C62-320D-03A3-2299-DB06DCA2F9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164FCB-E72A-4CB7-8C91-34AC3463A16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458937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0C4803BA-2411-C077-3F30-2F1BB81C91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7814E-3E9A-47B4-9E4E-42708E62D384}" type="datetimeFigureOut">
              <a:rPr lang="zh-CN" altLang="en-US" smtClean="0"/>
              <a:t>2024/6/15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6C592D22-367A-7BAB-ADE9-4E170151C8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E5B106C-46E1-7B54-0FDC-0095BDAC9A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164FCB-E72A-4CB7-8C91-34AC3463A16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535438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93600CA-0AC6-1877-E831-BE5BD1E3AE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AB39C5F-A4F5-9632-1F97-F74D8E67EB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4032E08-D569-B2E5-722A-822FACA172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FF2FA04-FE1A-1108-BBD9-BFF86A110E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7814E-3E9A-47B4-9E4E-42708E62D384}" type="datetimeFigureOut">
              <a:rPr lang="zh-CN" altLang="en-US" smtClean="0"/>
              <a:t>2024/6/15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BA7886C-A5F3-7597-2495-DE974CB50E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6CC1391-AD01-294C-9074-9EE8DA0EE8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164FCB-E72A-4CB7-8C91-34AC3463A16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489886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4C742C8-AF47-B4AD-3513-4360E5BBB8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0A0AEF76-4090-E628-EE11-F308F4DB803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E7B39F3-32B6-F457-05B4-5D3717409B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2B7D64C-35CE-6A4C-1732-74A0A920A2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7814E-3E9A-47B4-9E4E-42708E62D384}" type="datetimeFigureOut">
              <a:rPr lang="zh-CN" altLang="en-US" smtClean="0"/>
              <a:t>2024/6/15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AF4483C-A2B7-25D7-29AB-3EFDF5B6A7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CCF186A-F675-AD06-2105-9D3BE0FA9A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164FCB-E72A-4CB7-8C91-34AC3463A16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675270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C574C1E-4E9C-EAC5-6E69-6CC5EA5979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9AE3359-28C0-F5CD-6766-5532CCEEC8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750033E-A48E-CC9F-FA94-F336C896A3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7814E-3E9A-47B4-9E4E-42708E62D384}" type="datetimeFigureOut">
              <a:rPr lang="zh-CN" altLang="en-US" smtClean="0"/>
              <a:t>2024/6/15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0F2A3CE-2E8A-B9F6-1096-87FD7D885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C02DF78-6768-B233-255C-9100BE279A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164FCB-E72A-4CB7-8C91-34AC3463A16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359621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A2D0399E-2B3D-680D-5033-B2E2A8466FA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5864663-AD8B-F0E5-C818-6D869CA3B9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521AEEC-F3A5-6D43-6696-157BE42309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7814E-3E9A-47B4-9E4E-42708E62D384}" type="datetimeFigureOut">
              <a:rPr lang="zh-CN" altLang="en-US" smtClean="0"/>
              <a:t>2024/6/15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C32B9A2-658C-4458-2D69-28D423ACEE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AEBC128-A949-4900-E190-3FFA6D42C3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164FCB-E72A-4CB7-8C91-34AC3463A16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885743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B564A101-FA17-CFDA-CBBD-0B53897414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5FA49D4-62B6-BE87-90BA-AEF2F77542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0E5C3DE-D41E-5026-D76E-C21E795A18F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EF7814E-3E9A-47B4-9E4E-42708E62D384}" type="datetimeFigureOut">
              <a:rPr lang="zh-CN" altLang="en-US" smtClean="0"/>
              <a:t>2024/6/15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CA7FCE5-499C-D2B5-36CE-3A34643FEA8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90B3D3E-9CB4-B67A-D578-F8A4CC4F7B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5164FCB-E72A-4CB7-8C91-34AC3463A16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325940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图片包含 文本&#10;&#10;描述已自动生成">
            <a:extLst>
              <a:ext uri="{FF2B5EF4-FFF2-40B4-BE49-F238E27FC236}">
                <a16:creationId xmlns:a16="http://schemas.microsoft.com/office/drawing/2014/main" id="{43A6B497-1985-388B-364A-1AF48B8061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47440" y="2018827"/>
            <a:ext cx="7497120" cy="28203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41132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图片包含 文本&#10;&#10;描述已自动生成">
            <a:extLst>
              <a:ext uri="{FF2B5EF4-FFF2-40B4-BE49-F238E27FC236}">
                <a16:creationId xmlns:a16="http://schemas.microsoft.com/office/drawing/2014/main" id="{774A9A2A-D8D9-7D41-734F-DA366931CD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816" y="3429000"/>
            <a:ext cx="7497120" cy="2820345"/>
          </a:xfrm>
          <a:prstGeom prst="rect">
            <a:avLst/>
          </a:prstGeom>
        </p:spPr>
      </p:pic>
      <p:sp>
        <p:nvSpPr>
          <p:cNvPr id="4" name="矩形: 圆角 3">
            <a:extLst>
              <a:ext uri="{FF2B5EF4-FFF2-40B4-BE49-F238E27FC236}">
                <a16:creationId xmlns:a16="http://schemas.microsoft.com/office/drawing/2014/main" id="{F644B09F-8073-95AB-F5E9-BE9E55024800}"/>
              </a:ext>
            </a:extLst>
          </p:cNvPr>
          <p:cNvSpPr/>
          <p:nvPr/>
        </p:nvSpPr>
        <p:spPr>
          <a:xfrm>
            <a:off x="2347440" y="1031001"/>
            <a:ext cx="7497120" cy="2058779"/>
          </a:xfrm>
          <a:prstGeom prst="roundRect">
            <a:avLst>
              <a:gd name="adj" fmla="val 3447"/>
            </a:avLst>
          </a:prstGeom>
          <a:gradFill flip="none" rotWithShape="1">
            <a:gsLst>
              <a:gs pos="100000">
                <a:srgbClr val="FF8235"/>
              </a:gs>
              <a:gs pos="35000">
                <a:srgbClr val="42B3A8">
                  <a:lumMod val="90000"/>
                </a:srgbClr>
              </a:gs>
              <a:gs pos="0">
                <a:srgbClr val="30E8BF"/>
              </a:gs>
            </a:gsLst>
            <a:path path="circle">
              <a:fillToRect l="100000" t="100000"/>
            </a:path>
            <a:tileRect r="-100000" b="-100000"/>
          </a:gradFill>
          <a:ln>
            <a:solidFill>
              <a:schemeClr val="bg2">
                <a:lumMod val="90000"/>
              </a:schemeClr>
            </a:solidFill>
          </a:ln>
          <a:effectLst>
            <a:outerShdw blurRad="508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68FD9696-BF9F-20E9-C9D9-E2A08FDE3C45}"/>
              </a:ext>
            </a:extLst>
          </p:cNvPr>
          <p:cNvSpPr txBox="1"/>
          <p:nvPr/>
        </p:nvSpPr>
        <p:spPr>
          <a:xfrm>
            <a:off x="3092898" y="1424149"/>
            <a:ext cx="4253332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600" b="1" dirty="0">
                <a:solidFill>
                  <a:srgbClr val="3775A8"/>
                </a:solidFill>
                <a:latin typeface="Rajdhani" panose="02000000000000000000" pitchFamily="2" charset="0"/>
                <a:cs typeface="Rajdhani" panose="02000000000000000000" pitchFamily="2" charset="0"/>
              </a:rPr>
              <a:t>Py</a:t>
            </a:r>
            <a:r>
              <a:rPr lang="en-US" altLang="zh-CN" sz="6600" b="1" dirty="0">
                <a:solidFill>
                  <a:schemeClr val="bg1"/>
                </a:solidFill>
                <a:latin typeface="Rajdhani" panose="02000000000000000000" pitchFamily="2" charset="0"/>
                <a:cs typeface="Rajdhani" panose="02000000000000000000" pitchFamily="2" charset="0"/>
              </a:rPr>
              <a:t>Libde</a:t>
            </a:r>
            <a:endParaRPr lang="zh-CN" altLang="en-US" sz="6600" b="1" dirty="0">
              <a:solidFill>
                <a:schemeClr val="bg1"/>
              </a:solidFill>
              <a:latin typeface="Rajdhani" panose="02000000000000000000" pitchFamily="2" charset="0"/>
              <a:cs typeface="Rajdhani" panose="02000000000000000000" pitchFamily="2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EED74435-2608-983D-C6A5-D3FBDB4A350B}"/>
              </a:ext>
            </a:extLst>
          </p:cNvPr>
          <p:cNvSpPr txBox="1"/>
          <p:nvPr/>
        </p:nvSpPr>
        <p:spPr>
          <a:xfrm>
            <a:off x="5938962" y="1339089"/>
            <a:ext cx="1838965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6600" dirty="0">
                <a:solidFill>
                  <a:srgbClr val="FFCD3C"/>
                </a:solidFill>
                <a:latin typeface="Eras Bold ITC" panose="020B0907030504020204" pitchFamily="34" charset="0"/>
                <a:ea typeface="思源黑体" panose="020B0500000000000000" pitchFamily="34" charset="-122"/>
                <a:cs typeface="Rajdhani" panose="02000000000000000000" pitchFamily="2" charset="0"/>
              </a:rPr>
              <a:t>265</a:t>
            </a:r>
            <a:endParaRPr lang="zh-CN" altLang="en-US" sz="6600" dirty="0">
              <a:solidFill>
                <a:srgbClr val="FFCD3C"/>
              </a:solidFill>
              <a:latin typeface="Eras Bold ITC" panose="020B0907030504020204" pitchFamily="34" charset="0"/>
              <a:ea typeface="思源黑体" panose="020B0500000000000000" pitchFamily="34" charset="-122"/>
              <a:cs typeface="Rajdhani" panose="02000000000000000000" pitchFamily="2" charset="0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FBA30A24-6B6C-7161-B7DC-23BA626BA456}"/>
              </a:ext>
            </a:extLst>
          </p:cNvPr>
          <p:cNvSpPr txBox="1"/>
          <p:nvPr/>
        </p:nvSpPr>
        <p:spPr>
          <a:xfrm>
            <a:off x="3771485" y="2532145"/>
            <a:ext cx="46490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solidFill>
                  <a:schemeClr val="bg1"/>
                </a:solidFill>
                <a:latin typeface="Rajdhani" panose="02000000000000000000" pitchFamily="2" charset="0"/>
                <a:cs typeface="Rajdhani" panose="02000000000000000000" pitchFamily="2" charset="0"/>
              </a:rPr>
              <a:t>python binding implementation of libde265</a:t>
            </a:r>
            <a:endParaRPr lang="zh-CN" altLang="en-US" sz="2000" dirty="0">
              <a:solidFill>
                <a:schemeClr val="bg1"/>
              </a:solidFill>
              <a:latin typeface="Rajdhani" panose="02000000000000000000" pitchFamily="2" charset="0"/>
              <a:cs typeface="Rajdhani" panose="02000000000000000000" pitchFamily="2" charset="0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B1F490E-B308-B7E7-759C-9265FA0F5773}"/>
              </a:ext>
            </a:extLst>
          </p:cNvPr>
          <p:cNvGrpSpPr/>
          <p:nvPr/>
        </p:nvGrpSpPr>
        <p:grpSpPr>
          <a:xfrm>
            <a:off x="8003713" y="1370974"/>
            <a:ext cx="952500" cy="952749"/>
            <a:chOff x="8576952" y="1501648"/>
            <a:chExt cx="952500" cy="952749"/>
          </a:xfrm>
        </p:grpSpPr>
        <p:pic>
          <p:nvPicPr>
            <p:cNvPr id="11" name="图片 10" descr="图标&#10;&#10;描述已自动生成">
              <a:extLst>
                <a:ext uri="{FF2B5EF4-FFF2-40B4-BE49-F238E27FC236}">
                  <a16:creationId xmlns:a16="http://schemas.microsoft.com/office/drawing/2014/main" id="{7C0A77DF-D3E2-1325-2850-9F11EF46DDB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589413" y="1990730"/>
              <a:ext cx="451083" cy="451083"/>
            </a:xfrm>
            <a:prstGeom prst="rect">
              <a:avLst/>
            </a:prstGeom>
          </p:spPr>
        </p:pic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1D294C55-3FF8-68F1-E3BA-666E11374D26}"/>
                </a:ext>
              </a:extLst>
            </p:cNvPr>
            <p:cNvSpPr/>
            <p:nvPr/>
          </p:nvSpPr>
          <p:spPr>
            <a:xfrm>
              <a:off x="8576952" y="1501897"/>
              <a:ext cx="476250" cy="476250"/>
            </a:xfrm>
            <a:prstGeom prst="rect">
              <a:avLst/>
            </a:prstGeom>
            <a:solidFill>
              <a:srgbClr val="2D9C9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8C800D8B-E210-E26D-119B-554F1EA9D88E}"/>
                </a:ext>
              </a:extLst>
            </p:cNvPr>
            <p:cNvSpPr/>
            <p:nvPr/>
          </p:nvSpPr>
          <p:spPr>
            <a:xfrm>
              <a:off x="9053202" y="1978147"/>
              <a:ext cx="476250" cy="476250"/>
            </a:xfrm>
            <a:prstGeom prst="rect">
              <a:avLst/>
            </a:prstGeom>
            <a:solidFill>
              <a:srgbClr val="E76E15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1F5AA7B1-E328-63F0-431E-CCB7C78FF832}"/>
                </a:ext>
              </a:extLst>
            </p:cNvPr>
            <p:cNvSpPr/>
            <p:nvPr/>
          </p:nvSpPr>
          <p:spPr>
            <a:xfrm>
              <a:off x="9053202" y="1739899"/>
              <a:ext cx="238247" cy="238247"/>
            </a:xfrm>
            <a:prstGeom prst="rect">
              <a:avLst/>
            </a:prstGeom>
            <a:solidFill>
              <a:srgbClr val="DE671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ED956"/>
                </a:solidFill>
              </a:endParaRPr>
            </a:p>
          </p:txBody>
        </p:sp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D45221F4-CD17-7CF4-B81B-CF1CBE07499B}"/>
                </a:ext>
              </a:extLst>
            </p:cNvPr>
            <p:cNvSpPr/>
            <p:nvPr/>
          </p:nvSpPr>
          <p:spPr>
            <a:xfrm>
              <a:off x="9291205" y="1739898"/>
              <a:ext cx="238247" cy="238247"/>
            </a:xfrm>
            <a:prstGeom prst="rect">
              <a:avLst/>
            </a:prstGeom>
            <a:solidFill>
              <a:srgbClr val="EAB8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8" name="矩形 17">
              <a:extLst>
                <a:ext uri="{FF2B5EF4-FFF2-40B4-BE49-F238E27FC236}">
                  <a16:creationId xmlns:a16="http://schemas.microsoft.com/office/drawing/2014/main" id="{F00CD329-898A-BB53-DDF0-67D39F98E5B2}"/>
                </a:ext>
              </a:extLst>
            </p:cNvPr>
            <p:cNvSpPr/>
            <p:nvPr/>
          </p:nvSpPr>
          <p:spPr>
            <a:xfrm>
              <a:off x="9052958" y="1501649"/>
              <a:ext cx="238247" cy="238247"/>
            </a:xfrm>
            <a:prstGeom prst="rect">
              <a:avLst/>
            </a:prstGeom>
            <a:solidFill>
              <a:srgbClr val="75BA1A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A8C312AE-5434-0F30-451A-40A38F45E897}"/>
                </a:ext>
              </a:extLst>
            </p:cNvPr>
            <p:cNvSpPr/>
            <p:nvPr/>
          </p:nvSpPr>
          <p:spPr>
            <a:xfrm>
              <a:off x="9290961" y="1501648"/>
              <a:ext cx="238247" cy="238247"/>
            </a:xfrm>
            <a:prstGeom prst="rect">
              <a:avLst/>
            </a:prstGeom>
            <a:solidFill>
              <a:srgbClr val="2D9C9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35A599"/>
                </a:solidFill>
              </a:endParaRPr>
            </a:p>
          </p:txBody>
        </p:sp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10CA1DD3-BF05-0BD4-040F-CB94B71AD798}"/>
                </a:ext>
              </a:extLst>
            </p:cNvPr>
            <p:cNvSpPr/>
            <p:nvPr/>
          </p:nvSpPr>
          <p:spPr>
            <a:xfrm>
              <a:off x="8576952" y="1978147"/>
              <a:ext cx="476250" cy="476250"/>
            </a:xfrm>
            <a:prstGeom prst="rect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239795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</TotalTime>
  <Words>7</Words>
  <Application>Microsoft Office PowerPoint</Application>
  <PresentationFormat>宽屏</PresentationFormat>
  <Paragraphs>3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8" baseType="lpstr">
      <vt:lpstr>等线</vt:lpstr>
      <vt:lpstr>等线 Light</vt:lpstr>
      <vt:lpstr>Arial</vt:lpstr>
      <vt:lpstr>Eras Bold ITC</vt:lpstr>
      <vt:lpstr>Rajdhani</vt:lpstr>
      <vt:lpstr>Office 主题​​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kai zhang</dc:creator>
  <cp:lastModifiedBy>kai zhang</cp:lastModifiedBy>
  <cp:revision>22</cp:revision>
  <dcterms:created xsi:type="dcterms:W3CDTF">2024-06-15T07:17:12Z</dcterms:created>
  <dcterms:modified xsi:type="dcterms:W3CDTF">2024-06-15T08:13:50Z</dcterms:modified>
</cp:coreProperties>
</file>